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768096"/>
            <a:ext cx="3200400" cy="4754880"/>
          </a:xfrm>
          <a:prstGeom prst="rect">
            <a:avLst/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1143000"/>
            <a:ext cx="2377440" cy="219456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591056"/>
            <a:ext cx="1737360" cy="219456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039112"/>
            <a:ext cx="2057400" cy="219456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INTERFACE DESIGN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115568"/>
            <a:ext cx="4754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4944" y="3246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how much UI an LLM should generate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Ruben Casas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51389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20-minute conference version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not taxonomy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prompts changed my mental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65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65960"/>
            <a:ext cx="128016" cy="205740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488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32888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"Build a loading component."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because it compiled.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965960"/>
            <a:ext cx="3611880" cy="2057400"/>
          </a:xfrm>
          <a:prstGeom prst="roundRect">
            <a:avLst>
              <a:gd name="adj" fmla="val 2222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965960"/>
            <a:ext cx="128016" cy="205740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21488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4024" y="2532888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"Build a search bar."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because I shipped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2980944"/>
            <a:ext cx="420624" cy="0"/>
          </a:xfrm>
          <a:prstGeom prst="line">
            <a:avLst/>
          </a:prstGeom>
          <a:noFill/>
          <a:ln w="12700">
            <a:solidFill>
              <a:srgbClr val="A9832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68096" y="4480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models can already write UI this well,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are we still surrounding them with mostly static interfaces?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418320" y="1993392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066544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shift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2395728"/>
            <a:ext cx="1609344" cy="292608"/>
          </a:xfrm>
          <a:prstGeom prst="roundRect">
            <a:avLst>
              <a:gd name="adj" fmla="val 25000"/>
            </a:avLst>
          </a:prstGeom>
          <a:solidFill>
            <a:srgbClr val="F2D4C2"/>
          </a:solidFill>
          <a:ln w="12700">
            <a:solidFill>
              <a:srgbClr val="F2D4C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46888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output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18320" y="2798064"/>
            <a:ext cx="2212848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1472" y="2871216"/>
            <a:ext cx="2066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UI cost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418320" y="32004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91472" y="327355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design space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to the thesis early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 chat or no chat.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7909560" cy="1325880"/>
          </a:xfrm>
          <a:prstGeom prst="roundRect">
            <a:avLst>
              <a:gd name="adj" fmla="val 5517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31638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the model render?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9253728" y="267004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0" y="27432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253728" y="3072384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31455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53728" y="3474720"/>
            <a:ext cx="1664208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354787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data, structure, or UI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 models, weak surfaces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3511296" cy="2377440"/>
          </a:xfrm>
          <a:prstGeom prst="roundRect">
            <a:avLst>
              <a:gd name="adj" fmla="val 192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38528"/>
            <a:ext cx="128016" cy="237744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2140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is improving fast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context.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1938528"/>
            <a:ext cx="3511296" cy="2377440"/>
          </a:xfrm>
          <a:prstGeom prst="roundRect">
            <a:avLst>
              <a:gd name="adj" fmla="val 192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1938528"/>
            <a:ext cx="128016" cy="237744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2140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is still narrow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text answer.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buttons.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fixed widgets.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18704" y="1938528"/>
            <a:ext cx="3511296" cy="2377440"/>
          </a:xfrm>
          <a:prstGeom prst="roundRect">
            <a:avLst>
              <a:gd name="adj" fmla="val 192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1938528"/>
            <a:ext cx="128016" cy="237744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212140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56448" y="2505456"/>
            <a:ext cx="3127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intelligence improved faster than the presentation layer.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41648" y="3127248"/>
            <a:ext cx="201168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26096" y="3127248"/>
            <a:ext cx="201168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UX still feels unfinished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levels of AI-driven UI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242316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8408" y="2953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0560" y="242316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2953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11312" y="2423160"/>
            <a:ext cx="3246120" cy="2148840"/>
          </a:xfrm>
          <a:prstGeom prst="roundRect">
            <a:avLst>
              <a:gd name="adj" fmla="val 212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39912" y="2953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8408" y="3749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fills props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3749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chooses 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39912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authors the interface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5084064"/>
            <a:ext cx="932688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78992" y="5266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constraints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53728" y="52669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freedom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decision spectrum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1: The model fills props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component already exists. The model selects it and fills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D8E6EE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E8E0B8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3054096"/>
            <a:ext cx="868680" cy="749808"/>
          </a:xfrm>
          <a:prstGeom prst="roundRect">
            <a:avLst>
              <a:gd name="adj" fmla="val 6098"/>
            </a:avLst>
          </a:prstGeom>
          <a:solidFill>
            <a:srgbClr val="D8ECE9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orchestrates. The UI is predefined.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212848"/>
            <a:ext cx="2697480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395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79776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a known widget and passes data or parameters into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2212848"/>
            <a:ext cx="2816352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shines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1392" y="27797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Reliable, testable, fast, consistent, accessible.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3840480"/>
            <a:ext cx="5779008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840480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023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44074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cards, order status, account summaries, known chart types, calendar previews.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less valuable because it is less magical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8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TWO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2: The model chooses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generates a constrained representation of the interface.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2D4C2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E8E0B8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3054096"/>
            <a:ext cx="868680" cy="749808"/>
          </a:xfrm>
          <a:prstGeom prst="roundRect">
            <a:avLst>
              <a:gd name="adj" fmla="val 6098"/>
            </a:avLst>
          </a:prstGeom>
          <a:solidFill>
            <a:srgbClr val="D8E6EE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inside rails you control.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212848"/>
            <a:ext cx="2697480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12848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395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79776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JSON, schema, or layout descriptors that a renderer translates into real UI.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2212848"/>
            <a:ext cx="2816352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shines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1392" y="27797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with brand, spacing, accessibility, and component consistency intact.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3840480"/>
            <a:ext cx="5779008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840480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023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44074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assistants, booking flows, support workflows, internal copilots, branded agent experiences.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the centre of gravity for many products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THREE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3: The model authors the interface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produces the UI itself and a sandbox renders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212848"/>
            <a:ext cx="4572000" cy="3017520"/>
          </a:xfrm>
          <a:prstGeom prst="roundRect">
            <a:avLst>
              <a:gd name="adj" fmla="val 1515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F2D4C2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3054096"/>
            <a:ext cx="1298448" cy="749808"/>
          </a:xfrm>
          <a:prstGeom prst="roundRect">
            <a:avLst>
              <a:gd name="adj" fmla="val 6098"/>
            </a:avLst>
          </a:prstGeom>
          <a:solidFill>
            <a:srgbClr val="D8ECE9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651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51376" y="3054096"/>
            <a:ext cx="868680" cy="749808"/>
          </a:xfrm>
          <a:prstGeom prst="roundRect">
            <a:avLst>
              <a:gd name="adj" fmla="val 6098"/>
            </a:avLst>
          </a:prstGeom>
          <a:solidFill>
            <a:srgbClr val="D8E6EE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31336" y="3429000"/>
            <a:ext cx="32004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7552" y="4315968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capability. More risk. More design space.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212848"/>
            <a:ext cx="2697480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212848"/>
            <a:ext cx="128016" cy="1389888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88736" y="2395728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does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79776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HTML, CSS, JavaScript, React, or another UI runtime artifact.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13648" y="2212848"/>
            <a:ext cx="2816352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3648" y="2212848"/>
            <a:ext cx="128016" cy="138988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239572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shines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1392" y="2779776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Exploration, novelty, long-tail tasks, temporary interfaces, fast iteration on one-off surfaces.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3840480"/>
            <a:ext cx="5779008" cy="1389888"/>
          </a:xfrm>
          <a:prstGeom prst="roundRect">
            <a:avLst>
              <a:gd name="adj" fmla="val 3289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840480"/>
            <a:ext cx="128016" cy="1389888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4023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440740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analysis, incident workspaces, debugging tools, ad hoc operational panels.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legitimate option, not a default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tradeoff is freedom vs reliability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05840" y="3566160"/>
            <a:ext cx="978408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60120" y="3822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 the model more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49640" y="38221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model more room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2880360"/>
            <a:ext cx="2029968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953512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tasks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2880360"/>
            <a:ext cx="2249424" cy="292608"/>
          </a:xfrm>
          <a:prstGeom prst="roundRect">
            <a:avLst>
              <a:gd name="adj" fmla="val 25000"/>
            </a:avLst>
          </a:prstGeom>
          <a:solidFill>
            <a:srgbClr val="F2D4C2"/>
          </a:solidFill>
          <a:ln w="12700">
            <a:solidFill>
              <a:srgbClr val="F2D4C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2953512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trust-critical actions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0" y="2880360"/>
            <a:ext cx="1883664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295351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surfaces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65008" y="2880360"/>
            <a:ext cx="1792224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95351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work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012680" y="288036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E8E0B8"/>
          </a:solidFill>
          <a:ln w="12700">
            <a:solidFill>
              <a:srgbClr val="E8E0B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2953512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87552" y="4572000"/>
            <a:ext cx="4892040" cy="1115568"/>
          </a:xfrm>
          <a:prstGeom prst="roundRect">
            <a:avLst>
              <a:gd name="adj" fmla="val 409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572000"/>
            <a:ext cx="128016" cy="111556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475488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left when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25296" y="513892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is regulated, high-volume, accessibility-critical, or tightly bound to trust and brand.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4572000"/>
            <a:ext cx="4892040" cy="1115568"/>
          </a:xfrm>
          <a:prstGeom prst="roundRect">
            <a:avLst>
              <a:gd name="adj" fmla="val 409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4572000"/>
            <a:ext cx="128016" cy="1115568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475488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right when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47104" y="513892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is exploratory, ephemeral, or too expensive to prebuild across the long tail.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is a budget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example of generative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157276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clean demo. Do not split attention across two hosts.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121408"/>
            <a:ext cx="3886200" cy="3429000"/>
          </a:xfrm>
          <a:prstGeom prst="roundRect">
            <a:avLst>
              <a:gd name="adj" fmla="val 1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59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6700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the weather in Paris.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look like Windows 95.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041648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411480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40416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13432" y="411480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4041648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4114800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56048" y="2121408"/>
            <a:ext cx="6309360" cy="3429000"/>
          </a:xfrm>
          <a:prstGeom prst="roundRect">
            <a:avLst>
              <a:gd name="adj" fmla="val 1333"/>
            </a:avLst>
          </a:prstGeom>
          <a:solidFill>
            <a:srgbClr val="D7D7D7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6048" y="2121408"/>
            <a:ext cx="6309360" cy="320040"/>
          </a:xfrm>
          <a:prstGeom prst="rect">
            <a:avLst/>
          </a:prstGeom>
          <a:solidFill>
            <a:srgbClr val="BEBEBE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19456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Weather.exe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58384" y="27432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  12°C  RAIN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33558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your umbrella and your jacket.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Damp, chilly, regretful.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69480" y="4407408"/>
            <a:ext cx="1682496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5B5B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452628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705856"/>
            <a:ext cx="10378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point is not the weather card.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point is that the style is being authored, not selected.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 the distinction, not the demo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use cases for each level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3611880" cy="3429000"/>
          </a:xfrm>
          <a:prstGeom prst="roundRect">
            <a:avLst>
              <a:gd name="adj" fmla="val 1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38528"/>
            <a:ext cx="128016" cy="342900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2140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components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32278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summaries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98848" y="1938528"/>
            <a:ext cx="3611880" cy="3429000"/>
          </a:xfrm>
          <a:prstGeom prst="roundRect">
            <a:avLst>
              <a:gd name="adj" fmla="val 133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938528"/>
            <a:ext cx="128016" cy="342900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12140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 UI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2505456"/>
            <a:ext cx="32278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assistants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booking 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copilots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agent experiences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47888" y="1938528"/>
            <a:ext cx="3182112" cy="3429000"/>
          </a:xfrm>
          <a:prstGeom prst="roundRect">
            <a:avLst>
              <a:gd name="adj" fmla="val 1437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938528"/>
            <a:ext cx="128016" cy="342900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212140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UI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5632" y="2505456"/>
            <a:ext cx="27980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workspaces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hoc ops panels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collaboration surfaces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5650992"/>
            <a:ext cx="8183880" cy="502920"/>
          </a:xfrm>
          <a:prstGeom prst="roundRect">
            <a:avLst>
              <a:gd name="adj" fmla="val 14545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5806440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UI is strongest where the interface is ephemeral.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pattern to the problem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full generation is the wrong tool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38528"/>
            <a:ext cx="2615184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38528"/>
            <a:ext cx="128016" cy="155448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214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consistency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0545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matters.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language matters.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938528"/>
            <a:ext cx="2615184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938528"/>
            <a:ext cx="128016" cy="155448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21214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9624" y="250545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guarantees,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good intentions.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73952" y="1938528"/>
            <a:ext cx="2615184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938528"/>
            <a:ext cx="128016" cy="155448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12140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Trust-critical actions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1696" y="2505456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36024" y="1938528"/>
            <a:ext cx="2103120" cy="1554480"/>
          </a:xfrm>
          <a:prstGeom prst="roundRect">
            <a:avLst>
              <a:gd name="adj" fmla="val 2941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36024" y="1938528"/>
            <a:ext cx="128016" cy="1554480"/>
          </a:xfrm>
          <a:prstGeom prst="rect">
            <a:avLst/>
          </a:prstGeom>
          <a:solidFill>
            <a:srgbClr val="0E7774"/>
          </a:solidFill>
          <a:ln w="12700">
            <a:solidFill>
              <a:srgbClr val="0E777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212140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High-volume flows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73768" y="2505456"/>
            <a:ext cx="1719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beats novelty.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4069080"/>
            <a:ext cx="10058400" cy="1234440"/>
          </a:xfrm>
          <a:prstGeom prst="roundRect">
            <a:avLst>
              <a:gd name="adj" fmla="val 4444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437083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a surface carries brand, trust, or accessibility obligations,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you should constrain the model.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real, not universal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is collapsing. Output still matters.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965960"/>
            <a:ext cx="489204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65960"/>
            <a:ext cx="128016" cy="292608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48840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side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32888"/>
            <a:ext cx="45079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menu navigation.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intent capture through text, voice, image, and multimodal context.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interface layers disappear.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029200" cy="2926080"/>
          </a:xfrm>
          <a:prstGeom prst="roundRect">
            <a:avLst>
              <a:gd name="adj" fmla="val 1563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965960"/>
            <a:ext cx="128016" cy="292608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214884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side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38544" y="2532888"/>
            <a:ext cx="4645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still need artifacts.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still need review surfaces.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still need collaboration spaces and controls.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where adaptive UI becomes valuable.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68112" y="3401568"/>
            <a:ext cx="621792" cy="0"/>
          </a:xfrm>
          <a:prstGeom prst="line">
            <a:avLst/>
          </a:prstGeom>
          <a:noFill/>
          <a:ln w="12700">
            <a:solidFill>
              <a:srgbClr val="A9832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965960" y="53583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UI for intent capture.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adaptive UI for artifacts, collaboration, and control.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no UI. Different UI.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6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80467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not one UI pattern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Builders will become explicit about how much of the interface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let the model control.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4128" y="3730752"/>
            <a:ext cx="9646920" cy="0"/>
          </a:xfrm>
          <a:prstGeom prst="line">
            <a:avLst/>
          </a:prstGeom>
          <a:noFill/>
          <a:ln w="12700">
            <a:solidFill>
              <a:srgbClr val="CDBE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51560" y="306324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E7D9C7"/>
          </a:solidFill>
          <a:ln w="12700">
            <a:solidFill>
              <a:srgbClr val="E7D9C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136392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components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92040" y="306324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D8E6EE"/>
          </a:solidFill>
          <a:ln w="12700">
            <a:solidFill>
              <a:srgbClr val="D8E6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3136392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UI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732520" y="306324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D8ECE9"/>
          </a:solidFill>
          <a:ln w="12700">
            <a:solidFill>
              <a:srgbClr val="D8EC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05672" y="313639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UI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84832" y="4617720"/>
            <a:ext cx="8001000" cy="96012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2700">
            <a:solidFill>
              <a:srgbClr val="D76B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4937760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6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highest-leverage layer I can safely let the model render?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over hype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292608"/>
            <a:ext cx="1005840" cy="109728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38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41248" y="987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one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the model render?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3401568" cy="1645920"/>
          </a:xfrm>
          <a:prstGeom prst="roundRect">
            <a:avLst>
              <a:gd name="adj" fmla="val 277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852928"/>
            <a:ext cx="128016" cy="1645920"/>
          </a:xfrm>
          <a:prstGeom prst="rect">
            <a:avLst/>
          </a:prstGeom>
          <a:solidFill>
            <a:srgbClr val="2E6787"/>
          </a:solidFill>
          <a:ln w="12700">
            <a:solidFill>
              <a:srgbClr val="2E67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34198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fills a fixed component.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reliability is the priority.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8264" y="2852928"/>
            <a:ext cx="3401568" cy="1645920"/>
          </a:xfrm>
          <a:prstGeom prst="roundRect">
            <a:avLst>
              <a:gd name="adj" fmla="val 277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8264" y="2852928"/>
            <a:ext cx="128016" cy="1645920"/>
          </a:xfrm>
          <a:prstGeom prst="rect">
            <a:avLst/>
          </a:prstGeom>
          <a:solidFill>
            <a:srgbClr val="A9832B"/>
          </a:solidFill>
          <a:ln w="12700">
            <a:solidFill>
              <a:srgbClr val="A983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6008" y="34198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chooses layout from constrained building blocks.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852928"/>
            <a:ext cx="3401568" cy="1645920"/>
          </a:xfrm>
          <a:prstGeom prst="roundRect">
            <a:avLst>
              <a:gd name="adj" fmla="val 2778"/>
            </a:avLst>
          </a:prstGeom>
          <a:solidFill>
            <a:srgbClr val="FFFDFC"/>
          </a:solidFill>
          <a:ln w="12700">
            <a:solidFill>
              <a:srgbClr val="CDBE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852928"/>
            <a:ext cx="128016" cy="1645920"/>
          </a:xfrm>
          <a:prstGeom prst="rect">
            <a:avLst/>
          </a:prstGeom>
          <a:solidFill>
            <a:srgbClr val="D76B31"/>
          </a:solidFill>
          <a:ln w="12700">
            <a:solidFill>
              <a:srgbClr val="D76B3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30358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93024" y="341985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authors the UI.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the surface is exploratory or ephemeral.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17904" y="52303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between those is becoming a core product decision.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2240280" cy="310896"/>
          </a:xfrm>
          <a:prstGeom prst="roundRect">
            <a:avLst>
              <a:gd name="adj" fmla="val 14706"/>
            </a:avLst>
          </a:prstGeom>
          <a:solidFill>
            <a:srgbClr val="FFFDFC"/>
          </a:solidFill>
          <a:ln w="12700">
            <a:solidFill>
              <a:srgbClr val="CDBEA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32764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Infoxicator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Components</dc:title>
  <dc:subject>Beyond Components - 20 minute talk</dc:subject>
  <dc:creator>OpenAI Codex</dc:creator>
  <cp:lastModifiedBy>OpenAI Codex</cp:lastModifiedBy>
  <cp:revision>1</cp:revision>
  <dcterms:created xsi:type="dcterms:W3CDTF">2026-04-02T10:04:48Z</dcterms:created>
  <dcterms:modified xsi:type="dcterms:W3CDTF">2026-04-02T10:04:48Z</dcterms:modified>
</cp:coreProperties>
</file>