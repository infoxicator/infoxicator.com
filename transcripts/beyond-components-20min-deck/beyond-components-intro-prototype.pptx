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4124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2022: the poor man's vibe coding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6824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Copy. Paste. Fix. Repeat.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84048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2677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"Build a component"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0704" y="3072384"/>
            <a:ext cx="3255264" cy="1335024"/>
          </a:xfrm>
          <a:prstGeom prst="rect">
            <a:avLst/>
          </a:prstGeom>
          <a:solidFill>
            <a:srgbClr val="F8FBFD"/>
          </a:solidFill>
          <a:ln w="12700">
            <a:solidFill>
              <a:srgbClr val="D8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3284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className='loader' /&gt;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.loader { ... 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82896" y="3493008"/>
            <a:ext cx="914400" cy="0"/>
          </a:xfrm>
          <a:prstGeom prst="line">
            <a:avLst/>
          </a:prstGeom>
          <a:noFill/>
          <a:ln w="12700">
            <a:solidFill>
              <a:srgbClr val="A983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02352" y="2633472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E8E0B8"/>
          </a:solidFill>
          <a:ln w="12700">
            <a:solidFill>
              <a:srgbClr val="E8E0B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70662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02352" y="3054096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F2D4C2"/>
          </a:solidFill>
          <a:ln w="12700">
            <a:solidFill>
              <a:srgbClr val="F2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312724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02352" y="347472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354787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02352" y="3895344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396849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2011680"/>
            <a:ext cx="484632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64224" y="2688336"/>
            <a:ext cx="4370832" cy="181051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98094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Loader = () =&gt;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copied from 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patched by hand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" y="5376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Primitive, but exciting.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8368" y="6236208"/>
            <a:ext cx="256032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3276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amused tone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4124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2025: something changed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6824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working UI. Good UI.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2048256"/>
            <a:ext cx="2743200" cy="2468880"/>
          </a:xfrm>
          <a:prstGeom prst="roundRect">
            <a:avLst>
              <a:gd name="adj" fmla="val 185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22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2779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compiles.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68496" y="3310128"/>
            <a:ext cx="950976" cy="0"/>
          </a:xfrm>
          <a:prstGeom prst="line">
            <a:avLst/>
          </a:prstGeom>
          <a:noFill/>
          <a:ln w="12700">
            <a:solidFill>
              <a:srgbClr val="A983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30368" y="2048256"/>
            <a:ext cx="5669280" cy="2468880"/>
          </a:xfrm>
          <a:prstGeom prst="roundRect">
            <a:avLst>
              <a:gd name="adj" fmla="val 185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2322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68112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can one-shot real UI.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68112" y="34015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670048"/>
            <a:ext cx="2340864" cy="1426464"/>
          </a:xfrm>
          <a:prstGeom prst="roundRect">
            <a:avLst>
              <a:gd name="adj" fmla="val 2564"/>
            </a:avLst>
          </a:prstGeom>
          <a:solidFill>
            <a:srgbClr val="F9FBFD"/>
          </a:solidFill>
          <a:ln w="12700">
            <a:solidFill>
              <a:srgbClr val="2E67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8163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47888" y="3255264"/>
            <a:ext cx="1883664" cy="329184"/>
          </a:xfrm>
          <a:prstGeom prst="roundRect">
            <a:avLst>
              <a:gd name="adj" fmla="val 16667"/>
            </a:avLst>
          </a:prstGeom>
          <a:solidFill>
            <a:srgbClr val="FFFDFC"/>
          </a:solidFill>
          <a:ln w="12700">
            <a:solidFill>
              <a:srgbClr val="D8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336499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search bar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256032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slide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are better at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front-end coding than me.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0976" y="39684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don't mind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457200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the model can produce interface code this well,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fast, the question changes.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243584"/>
            <a:ext cx="2331720" cy="4297680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58784" y="1828800"/>
            <a:ext cx="1572768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58784" y="2231136"/>
            <a:ext cx="1097280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58784" y="2633472"/>
            <a:ext cx="1325880" cy="164592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6236208"/>
            <a:ext cx="256032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3276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after the first 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" y="1298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models are this good,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9536" y="1828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interfaces still mostly static?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2816352"/>
            <a:ext cx="4206240" cy="1078992"/>
          </a:xfrm>
          <a:prstGeom prst="roundRect">
            <a:avLst>
              <a:gd name="adj" fmla="val 5085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163824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Jarvis moment?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480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the floating windows,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dynamic surfaces, the interfaces that appear when you need them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disappear when you don't?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73568" y="2011680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FFDFC">
              <a:alpha val="97000"/>
            </a:srgbClr>
          </a:solidFill>
          <a:ln w="12700">
            <a:solidFill>
              <a:srgbClr val="D8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70848" y="2907792"/>
            <a:ext cx="1920240" cy="1060704"/>
          </a:xfrm>
          <a:prstGeom prst="roundRect">
            <a:avLst>
              <a:gd name="adj" fmla="val 5172"/>
            </a:avLst>
          </a:prstGeom>
          <a:solidFill>
            <a:srgbClr val="FFFDFC">
              <a:alpha val="97000"/>
            </a:srgbClr>
          </a:solidFill>
          <a:ln w="12700">
            <a:solidFill>
              <a:srgbClr val="F2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17536" y="4133088"/>
            <a:ext cx="2267712" cy="1225296"/>
          </a:xfrm>
          <a:prstGeom prst="roundRect">
            <a:avLst>
              <a:gd name="adj" fmla="val 4478"/>
            </a:avLst>
          </a:prstGeom>
          <a:solidFill>
            <a:srgbClr val="FFFDFC">
              <a:alpha val="97000"/>
            </a:srgbClr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5468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panes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surfaces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6236208"/>
            <a:ext cx="256032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3276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into the talk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Infoxicator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Components Intro Prototype</dc:title>
  <dc:subject>Beyond Components - intro prototype</dc:subject>
  <dc:creator>OpenAI Codex</dc:creator>
  <cp:lastModifiedBy>OpenAI Codex</cp:lastModifiedBy>
  <cp:revision>1</cp:revision>
  <dcterms:created xsi:type="dcterms:W3CDTF">2026-04-02T14:48:53Z</dcterms:created>
  <dcterms:modified xsi:type="dcterms:W3CDTF">2026-04-02T14:48:53Z</dcterms:modified>
</cp:coreProperties>
</file>